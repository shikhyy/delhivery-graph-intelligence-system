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800">
                <a:solidFill>
                  <a:srgbClr val="1E3C72"/>
                </a:solidFill>
              </a:defRPr>
            </a:pPr>
            <a:r>
              <a:t>Delhivery Graph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64696E"/>
                </a:solidFill>
              </a:defRPr>
            </a:pPr>
            <a:r>
              <a:t>Predicting Delays &amp; Identifying Structural Bottlenecks</a:t>
            </a:r>
          </a:p>
          <a:p/>
          <a:p>
            <a:r>
              <a:t>Prepared by Shikhar Verma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odle_tru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E3C72"/>
                </a:solidFill>
              </a:defRPr>
            </a:pPr>
            <a:r>
              <a:t>The Strategic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t>• Delhivery uses OSRM (shortest path) to estimate delivery times.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t>• Real-world logistics is messy: dwell times, congestion, and operational constraints cause massive deviations.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t>The Result: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t>A 95%+ SLA Breach Rate on chronic routes, breaking downstream capacity planning.</a:t>
            </a:r>
          </a:p>
        </p:txBody>
      </p:sp>
      <p:pic>
        <p:nvPicPr>
          <p:cNvPr id="5" name="Picture 4" descr="doodle_bottle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E3C72"/>
                </a:solidFill>
              </a:defRPr>
            </a:pPr>
            <a:r>
              <a:t>Our Graph-Based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t>We modeled the logistics network not as isolated trips, but as a living Directed Graph to find structural flaws.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t>Network Scale: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t>• 1,657 Connected Facilities (Nodes)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t>• 2,783 Logistics Corridors (Edges)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t>• 2,617 Chronic Delay Corridors Identified</a:t>
            </a:r>
          </a:p>
        </p:txBody>
      </p:sp>
      <p:pic>
        <p:nvPicPr>
          <p:cNvPr id="5" name="Picture 4" descr="doodl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E3C72"/>
                </a:solidFill>
              </a:defRPr>
            </a:pPr>
            <a:r>
              <a:t>Mapping the Bottlenecks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etwork_bottle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61131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E3C72"/>
                </a:solidFill>
              </a:defRPr>
            </a:pPr>
            <a:r>
              <a:t>The Top 5 Critical Hubs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p_hu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43660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E3C72"/>
                </a:solidFill>
              </a:defRPr>
            </a:pPr>
            <a:r>
              <a:t>Smarter ETAs via Node2Vec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902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760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200">
                <a:solidFill>
                  <a:srgbClr val="28A745"/>
                </a:solidFill>
              </a:defRPr>
            </a:pPr>
            <a:r>
              <a:t>Result: +8.57% improvement in 15%-Accuracy over OSRM Baseline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E3C72"/>
                </a:solidFill>
              </a:defRPr>
            </a:pPr>
            <a:r>
              <a:t>FTL vs Carting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tl_decision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741177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1E3C72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t>• Infrastructure Interventions: Upgrade capacity at Gurgaon Bilaspur HB and Bangalore Nelmngla. These are single points of failure causing massive ripple effects.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t>• Financial Impact: Upgrading the top 3 bottleneck hubs to the network median delay recovers an estimated ₹1.05 Crore in revenue at risk.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t>• Product Deployment: Integrate the Graph-Enhanced XGBoost model into the customer-facing tracking app to drastically improve consumer transparency.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>
                <a:solidFill>
                  <a:srgbClr val="1E3C72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282D32"/>
                </a:solidFill>
              </a:defRPr>
            </a:pPr>
            <a:r>
              <a:t>Explore the Live Dashboard:</a:t>
            </a:r>
          </a:p>
          <a:p>
            <a:r>
              <a:t>delhivery-graph-intelligence-system.streamlit.app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